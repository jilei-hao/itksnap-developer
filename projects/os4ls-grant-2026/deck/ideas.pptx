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SOURCE FOR THE LIFE SCIENCES (OS4LS) ·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ITK-SNAP for AI-Native,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 Segmentation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3268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expert judgment into agentic medical-imaging workflows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2688" y="4343400"/>
            <a:ext cx="5669280" cy="0"/>
          </a:xfrm>
          <a:prstGeom prst="line">
            <a:avLst/>
          </a:prstGeom>
          <a:noFill/>
          <a:ln w="19050">
            <a:solidFill>
              <a:srgbClr val="149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planning — proposed PIs: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Alison Pouch</a:t>
            </a:r>
            <a:pPr indent="0" marL="0"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&amp;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Yushkevich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Intent due June 8,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OS4LS: funding open source for AI-native life science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Renaissance Philanthropy fund (successor to CZI's EOSS) for adopted scientific software.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020824"/>
            <a:ext cx="548640" cy="54864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67128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9616" y="2057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funds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9536" y="26974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advances in widely-adopted open-source tools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AI-native, data-intensive, agentic capabilities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 &amp; hardware acceleration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4032504"/>
            <a:ext cx="548640" cy="54864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417880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99616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59536" y="47091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rewrite of a legacy tool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new AI/ML models themselves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/ repository infrastructure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355080" y="178308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1783080"/>
            <a:ext cx="109728" cy="841248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8" name="Text 14"/>
          <p:cNvSpPr/>
          <p:nvPr/>
        </p:nvSpPr>
        <p:spPr>
          <a:xfrm>
            <a:off x="6675120" y="178308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$250K</a:t>
            </a:r>
            <a:endParaRPr lang="en-US" sz="2300" dirty="0"/>
          </a:p>
        </p:txBody>
      </p:sp>
      <p:sp>
        <p:nvSpPr>
          <p:cNvPr id="19" name="Text 15"/>
          <p:cNvSpPr/>
          <p:nvPr/>
        </p:nvSpPr>
        <p:spPr>
          <a:xfrm>
            <a:off x="9098280" y="178308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— Domain-specific tool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 years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355080" y="274320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55080" y="2743200"/>
            <a:ext cx="109728" cy="841248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22" name="Text 18"/>
          <p:cNvSpPr/>
          <p:nvPr/>
        </p:nvSpPr>
        <p:spPr>
          <a:xfrm>
            <a:off x="6675120" y="27432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$1M</a:t>
            </a:r>
            <a:endParaRPr lang="en-US" sz="2300" dirty="0"/>
          </a:p>
        </p:txBody>
      </p:sp>
      <p:sp>
        <p:nvSpPr>
          <p:cNvPr id="23" name="Text 19"/>
          <p:cNvSpPr/>
          <p:nvPr/>
        </p:nvSpPr>
        <p:spPr>
          <a:xfrm>
            <a:off x="9098280" y="274320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Ecosystem / shared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interoperability, over 2 years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355080" y="370332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355080" y="3703320"/>
            <a:ext cx="109728" cy="841248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26" name="Text 22"/>
          <p:cNvSpPr/>
          <p:nvPr/>
        </p:nvSpPr>
        <p:spPr>
          <a:xfrm>
            <a:off x="6675120" y="370332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 8</a:t>
            </a:r>
            <a:endParaRPr lang="en-US" sz="2300" dirty="0"/>
          </a:p>
        </p:txBody>
      </p:sp>
      <p:sp>
        <p:nvSpPr>
          <p:cNvPr id="27" name="Text 23"/>
          <p:cNvSpPr/>
          <p:nvPr/>
        </p:nvSpPr>
        <p:spPr>
          <a:xfrm>
            <a:off x="9098280" y="370332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Intent due (2026).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application by invitation.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355080" y="4663440"/>
            <a:ext cx="5285232" cy="96012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629400" y="47548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Priorities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629400" y="50292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 ·  composable AI pipelines  ·  large-scale data  ·  hardware acceleration  ·  interoperability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“Model proposes, human disposes.”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MONAI and Hugging Face already make </a:t>
            </a:r>
            <a:pPr indent="0" marL="0">
              <a:buNone/>
            </a:pPr>
            <a:r>
              <a:rPr lang="en-US" sz="1600" i="1" dirty="0">
                <a:solidFill>
                  <a:srgbClr val="2BB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programmable. What agentic medical-imaging pipelines lack is a way to bring </a:t>
            </a:r>
            <a:pPr indent="0" marL="0">
              <a:buNone/>
            </a:pPr>
            <a:r>
              <a:rPr lang="en-US" sz="1600" i="1" dirty="0">
                <a:solidFill>
                  <a:srgbClr val="2BB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human judgment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063240"/>
            <a:ext cx="676656" cy="67665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325526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0175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41248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proposes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/ interactive / language models generate a draft segmentation.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912" y="3584448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53128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45736" y="3063240"/>
            <a:ext cx="676656" cy="676656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255264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2008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4745736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 disposes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4745736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verifies, corrects, and approves it in ITK-SNAP — fast, spatial, trusted.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58444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357616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650224" y="3063240"/>
            <a:ext cx="676656" cy="676656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248" y="3255264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826496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16"/>
          <p:cNvSpPr/>
          <p:nvPr/>
        </p:nvSpPr>
        <p:spPr>
          <a:xfrm>
            <a:off x="8650224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Captured as data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8650224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&amp; interactions become labels, prompts, and training data — a feedback loop.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ITK-SNAP's irreplaceable asset is the expert at the screen. We make that judgment callable.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composable surface, many capabilities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73352"/>
            <a:ext cx="548640" cy="54864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81965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50876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— Headless API + MCP endpoint</a:t>
            </a:r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the connective tissue every other capability plugs into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2103120" cy="128016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1" name="Shape 8"/>
          <p:cNvSpPr/>
          <p:nvPr/>
        </p:nvSpPr>
        <p:spPr>
          <a:xfrm>
            <a:off x="1252728" y="3127248"/>
            <a:ext cx="694944" cy="694944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" y="331012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 serving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itksnap-dls → DLE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816352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816352" y="2743200"/>
            <a:ext cx="2103120" cy="128016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7" name="Shape 13"/>
          <p:cNvSpPr/>
          <p:nvPr/>
        </p:nvSpPr>
        <p:spPr>
          <a:xfrm>
            <a:off x="3520440" y="3127248"/>
            <a:ext cx="694944" cy="694944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33101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926080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data access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926080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· Flywheel · BIDS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084064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084064" y="2743200"/>
            <a:ext cx="2103120" cy="128016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23" name="Shape 18"/>
          <p:cNvSpPr/>
          <p:nvPr/>
        </p:nvSpPr>
        <p:spPr>
          <a:xfrm>
            <a:off x="5788152" y="3127248"/>
            <a:ext cx="694944" cy="694944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331012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193792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Registration &amp; 4D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5193792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FireANTs · SegFlow4D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351776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351776" y="2743200"/>
            <a:ext cx="2103120" cy="128016"/>
          </a:xfrm>
          <a:prstGeom prst="rect">
            <a:avLst/>
          </a:prstGeom>
          <a:solidFill>
            <a:srgbClr val="2BB3A3"/>
          </a:solidFill>
          <a:ln/>
        </p:spPr>
      </p:sp>
      <p:sp>
        <p:nvSpPr>
          <p:cNvPr id="29" name="Shape 23"/>
          <p:cNvSpPr/>
          <p:nvPr/>
        </p:nvSpPr>
        <p:spPr>
          <a:xfrm>
            <a:off x="8055864" y="3127248"/>
            <a:ext cx="694944" cy="694944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3310128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461504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Interoperability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461504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· FEBio · napari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619488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619488" y="2743200"/>
            <a:ext cx="2103120" cy="128016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35" name="Shape 28"/>
          <p:cNvSpPr/>
          <p:nvPr/>
        </p:nvSpPr>
        <p:spPr>
          <a:xfrm>
            <a:off x="10323576" y="3127248"/>
            <a:ext cx="694944" cy="694944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6456" y="331012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729216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 &amp; agents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729216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IDE · in-app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tools once; every frontend (GUI, Python, agents, other tools) plugs into the same surface.</a:t>
            </a:r>
            <a:endParaRPr lang="en-US" sz="1250" dirty="0"/>
          </a:p>
        </p:txBody>
      </p:sp>
      <p:sp>
        <p:nvSpPr>
          <p:cNvPr id="42" name="Text 3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43" name="Text 34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Composable human-in-the-loop core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headless inference (MONAI/HF do that) — making expert judgment an orchestrable step.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Headless API + Python wrapper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Scriptable core over the toolkit-independent layer.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pip-installable; batch &amp; reproducible workflows.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existing Logic/WorkspaceAPI.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MCP server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Agent-facing endpoint (MCP / tool-style).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Client-launched stdio — no hosting, PHI stays local.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remote (HTTP) mode for cloud.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 primitives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request_review() → corrected seg + decision.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clicks/scribbles/edits as labels &amp; signals.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human-in-the-loop data engine.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differentiator: expert verification, correction &amp; interaction-capture — callable from any agent.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 serving — itksnap-dls → DLE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our shipped server from one model into a model-agnostic serving layer.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 classes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(nnInteractive, MedSAM2).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Fully-automatic (e.g. spleen / organ in CT).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Language-vision (text-prompted).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model discovery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model list in the GUI.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query the server for models + capabilities.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models appear without a GUI release.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Contributor toolkit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wrapper contract + scaffolding.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Agent-assisted, CI-conformance-gated PRs.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scaling &amp; sustainability engine.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the shipped itksnap-dls (nnInteractive, REST) — preliminary work, not a prototype.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data access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view, and segment imaging wherever it lives — without download/upload cycles.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Pluggable backends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filesystem, remote Linux (SSH), Flywheel.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interface; framework for community plugins.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XNAT-ready.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DICOM / BIDS aware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series &amp; BIDS structure.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display + search.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range reads on large remote files.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Remote-aware workspaces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remote images in a workspace.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/ save without pulling full image data.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via OS keychain.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data-intensive priority; lowest-risk, soundest plumbing.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REGISTRATION &amp; 4D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GPU-accelerated registration &amp; longitudinal propagation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hardware-acceleration pillar — and the real within-subject longitudinal capability.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FireANTs + greedy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(PyTorch) and CPU registration.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backend-agnostic surface.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 faster / lighter than DL &amp; traditional.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SegFlow4D propagation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 a segmentation across all 4D frames.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Warps label maps AND surface meshes.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backends (FireANTs / greedy / ANTs).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Longitudinal reuse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monitoring, serial imaging.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Training-data generation across time.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Registration-based — no model retraining.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Within-subject reuse via registration; lower-risk complement to model adaptation.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Composable with the tools researchers use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formats + one or two reference integrations — not a pairwise connector zoo.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 Slicer interchange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label names, colors, hierarchy, coding.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DICOM-SEG as the lingua franca.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as the human checkpoint for Slicer.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Segmentation → biomechanics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 seg → material-tagged tet mesh.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FEBio / OpenSim.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/ mitral-valve / musculoskeletal.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interop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as a node in napari / MONAI.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the Aim 1 API + serving protocol.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recipes, not bespoke glue.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 meshes (SegFlow4D) → time-resolved biomechanics: e.g. mitral valve over the cardiac cycle.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SURFACES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human meets the agent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viewer, reachable from browser, IDE, and inside ITK-SNAP.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viewer / QC panel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+ 3D rendering (niivue / WebAssembly).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Inspect, correct, accept/reject results.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from the headless API.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 Code / Cursor webview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viewer embedded in the AI IDE.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 switch from the agent.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handoff: summon → inspect → callback.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In-app agent panel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Bring-your-own-agent (MCP), not a clone.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GUI context: 'segment this'.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Vendor-neutral; undo/provenance for safety.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summons the right view (deep-linked) → human disposes → structured result flows back.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success looks like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32688" y="36576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cross-cutting workflows + 8 Aim 1 deep-dives — automation does the rote work; the expert is pulled in where judgment matters.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1 · COHORT + HUMAN QC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Cohort segmentation at scale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neuroimaging postdoc tells an agent: “segment the hippocampus in these 200 T1 MRIs and flag any that look wrong.” The agent runs an automatic model via the DLE and routes only the low-confidence cases to a human via request_review.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scans triaged; the human touches ~12 instead of 200, and every decision is logged. Model proposes, human disposes — at cohort scale.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agent/MCP endpoint (1.2) · DLE automatic-model serving (2.1) · dynamic discovery (2.2) · request_review + provenance (1.3) · web viewer handoff (#7).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2 · LONGITUDINAL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Longitudinal monitoring via 4D propagation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segments a structure (or an ARIA lesion) at baseline, then propagates it across all follow-up timepoints with SegFlow4D, reviewing only the frames where propagation drifted.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timepoints segmented consistently without re-drawing each one — within-subject reuse with no model retraining.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SegFlow4D 4D propagation (1.4) · greedy/FireANTs backend (1.4) · request_review on drifted frames (1.3) · Python/agent API (1.1–1.2).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3 · BIOMECHANICS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Valve modeling → simulation-ready mesh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cardiac-imaging researcher segments the mitral valve from 3D echo, refines it interactively, and exports a material-tagged tetrahedral mesh to FEBio — optionally a 4D mesh across the cardiac cycle.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→ simulation-ready mesh in one workflow: a previously-unavailable bridge for the biomechanics audience.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interactive/automatic models via DLE (2.1) · ITK-SNAP GUI editing · segmentation→tet-mesh + FEBio/OpenSim export (4.2) · SegFlow4D 4D meshes (1.4).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4 · REMOTE DATA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cohort without local download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researcher browses a Flywheel project, opens a scan, and segments it with an AI model running on a remote GPU — never downloading the full dataset locally — then writes the result back to the archive.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“Remote data + remote inference” feels like working locally; PHI stays in the archive.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Flywheel backend plugin (3.2) · DICOM/BIDS + partial reads (3.3) · remote-aware workspaces + keychain creds (3.4) · remote-GPU DLE execution (2.4).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5 · DATA ENGINE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Ground-truth / training-data generation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building a labeled dataset runs an automatic model as a first pass, corrects in ITK-SNAP, and the corrections are captured as structured training data with provenance.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2BB3A3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auditable ground-truth creation — exactly the data-preparation work that underpins downstream model training and evaluation.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DLE automatic serving (2.1) · request_review + interaction capture + provenance (1.3) · Python API batch mode (1.1).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6 · DEMOCRATIZATION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segmentation for users without a GPU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clinician-researcher on a laptop uses interactive (nnInteractive) and automatic models served from a lab GPU server or Google Colab.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Near-real-time AI segmentation with no local GPU and no environment setup — democratized access. Builds on the shipped itksnap-dls.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DLE serving local/remote/Colab (2.1, 2.4) · interactive + automatic models · model explorer + discovery (2.2).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7 · AGENTIC PIPELINE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ITK-SNAP as a tool in an agentic pipeline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computational researcher drives ITK-SNAP from Python in a reproducible pipeline, or an agent in Cursor/Claude Code calls it as an MCP tool: “segment structure X across cohort Y, pause for my review on outliers.”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is scriptable and composable, with the human checkpoint built into the automation.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API (1.1) · Python wrapper + local stdio MCP server (1.2) · request_review (1.3) · --test reproducibility (1.5) · in-app/IDE agent (#8).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8 · INTEROP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Cross-tool handoff with 3D Slicer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standardized on 3D Slicer hands segmentations to ITK-SNAP for fast expert editing and back, via DICOM-SEG, with label names/colors/hierarchy preserved.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becomes the human-correction step in a Slicer-based pipeline — without lossy conversions.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DICOM-SEG segmentation interchange + label-semantics preservation (4.1) · headless API (1.1).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9 · SUSTAINABILITY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model contribution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graduate student wraps a new MONAI model using the agent-assisted contributor toolkit, passes CI conformance, and PRs it; via dynamic discovery it appears for all ITK-SNAP users without a new release.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2BB3A3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library grows from the community, not the core team — the self-sustaining engine.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agent-assisted contributor toolkit — wrapper contract + scaffolding + CI conformance (2.3) · dynamic discovery (2.2).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UC-A1 · SCRIPTABLE CORE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Reproducible cohort pipeline on the cluster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runs ITK-SNAP segmentation + volumetry across an ADNI-scale cohort, fully headless on HPC, as a version-controlled pipeline step (Snakemake/Nextflow) reproducible from the paper’s repo. Today this means hand-gluing c3d/ITK scripts.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exposes ITK-SNAP’s own operations directly — a reproducible, headless cohort pipeline with no GUI.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API (1.1) · batch mode · regression-tested reproducibility (1.5).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UC-A2 · SCRIPTABLE CORE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Programmatic workspace assembly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coordinator generates hundreds of pre-configured workspaces (image + overlays + label set + display preferences) so every reader opens a ready-to-go session — instead of hand-setting each case. (This is the working prototype demo.)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ITK-SNAP session semantics, not just pixels — ready-to-review sessions at cohort scale.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API for workspace I/O + label/display config (1.1); builds on Logic/WorkspaceAPI.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UC-A3 · PYTHON WRAPPER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Notebook-native analysis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researcher in Jupyter loads a workspace, queries per-label volumes, thresholds, runs a model, and saves — all in Python, with results as numpy/SimpleITK. ITK-SNAP’s labels and display logic become first-class in code.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becomes an importable library, next to the rest of the scientific Python stack.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wrapper (1.2) over the headless API (1.1).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UC-A4 · AGENT ENDPOINT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Conversational multi-step task via an agent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 Code / Cursor: “open these 30 echo studies, run the valve model, compute annular dimensions, and show me the 5 with the largest change since last visit.” The agent chains MCP tool calls; the researcher reviews the shortlist.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orchestration of a real, multi-step study task — no coding required by the user.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MCP server (1.2) · DLE serving (2.1).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UC-A5 · HUMAN-IN-THE-LOOP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Active-learning labeling loop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building a training set, an automatic model proposes with a confidence signal surfaced by the DLE; the agent/pipeline ranks and routes the lowest-confidence cases to an expert via request_review; corrections feed the next round.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effort goes where it moves the needle. (ITK-SNAP provides the confidence pass-through + human checkpoint; the acquisition policy lives in the pipeline.)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map from DLE (2.1) · acquisition policy in the agent/pipeline (1.1–1.2) · request_review + interaction capture (1.3).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UC-A6 · HUMAN-IN-THE-LOOP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two-pass study QC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multi-site study needs adjudicated segmentations: an automated first pass → structured human review → every edit, decision, and reviewer logged with provenance for audit/regulatory traceability.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ad-hoc spreadsheets and screenshots with a structured, resumable review step.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 + provenance/audit logging (1.3) · headless API batch (1.1).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UC-A7 · HUMAN-IN-THE-LOOP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Reader-reliability study as a workflow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the same cases to multiple expert readers (or one reader over time) through request_review, capturing decisions and edits uniformly to compute inter-/intra-rater reliability — e.g. for valve or hippocampal-subfield segmentation.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becomes the instrument for a reader study, not just a viewer.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 + standardized interaction capture (1.3) · scripted orchestration via the API (1.1–1.2).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· UC-A8 · HUMAN-IN-THE-LOOP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escalation in an overnight batch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588752" y="457200"/>
            <a:ext cx="960120" cy="96012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16" y="740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783080"/>
            <a:ext cx="9811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processes a large cohort overnight; uncertain cases are parked as pending review tasks; in the morning the expert clears the queue and the pipeline resumes.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109728" cy="1143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3822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078224"/>
            <a:ext cx="10451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Mixed-initiative automation that respects expert time — the loop survives the human being asleep.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 </a:t>
            </a:r>
            <a:pPr indent="0" marL="0">
              <a:buNone/>
            </a:pPr>
            <a:r>
              <a:rPr lang="en-US" sz="12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 as a resumable/queued step (1.3) · agent/MCP orchestration (1.2).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FEASIBILITY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on what already ships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Aims 1–4 extends existing, working components — not new subsystems.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5740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828800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Programmable workspaces, labels, display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Logic/WorkspaceAPI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77356" y="1828800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828800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388" y="20574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35724" y="1828800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Headless operation today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itksnap-wt CLI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2724912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2724912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95351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2724912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+ SSH transport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RESTClient · SSHTunnel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77356" y="2724912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2724912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388" y="2953512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35724" y="2724912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DL-server client (local / remote / SSH)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DeepLearningSegmentationModel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3621024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48640" y="3621024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849624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07008" y="3621024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Async submit → await → return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DistributedSegmentationModel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277356" y="3621024"/>
            <a:ext cx="5362956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277356" y="3621024"/>
            <a:ext cx="91440" cy="749808"/>
          </a:xfrm>
          <a:prstGeom prst="rect">
            <a:avLst/>
          </a:prstGeom>
          <a:solidFill>
            <a:srgbClr val="1496A6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3849624"/>
            <a:ext cx="292608" cy="29260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35724" y="3621024"/>
            <a:ext cx="45399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bindings toolchain  </a:t>
            </a:r>
            <a:pPr indent="0" marL="0">
              <a:buNone/>
            </a:pPr>
            <a:r>
              <a:rPr lang="en-US" sz="1200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pybind11 · greedy_python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48640" y="470916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31" name="Text 23"/>
          <p:cNvSpPr/>
          <p:nvPr/>
        </p:nvSpPr>
        <p:spPr>
          <a:xfrm>
            <a:off x="868680" y="470916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~70–80% extends shipped components.  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reuses the async ticket workflow already shipped in DistributedSegmentationModel — with a human as the “worker.”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 CAPACITY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we can build it in two years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39112"/>
            <a:ext cx="713232" cy="713232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4028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198424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Coding-agent multiplier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40487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AI coding agents turn a ~3–4 FTE-year scope into something a focused team can deliver — and it dogfoods the very thing we're building.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69164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9964" y="2039112"/>
            <a:ext cx="713232" cy="713232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132" y="224028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1796" y="198424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Integration, not invention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511796" y="240487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work wires together mature components: itksnap-dls, greedy, SegFlow4D, FireANTs, WorkspaceAPI, MONAI, Hugging Face.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1248" y="4005072"/>
            <a:ext cx="713232" cy="713232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206240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395020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architecture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783080" y="437083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ITK-SNAP's strict three-layer separation gives agents clear contracts to target — fast, low-error work.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77356" y="365760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69964" y="4005072"/>
            <a:ext cx="713232" cy="713232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132" y="4206240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11796" y="395020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safety net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511796" y="437083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--test harness + CI conformance gate agent-generated code by tests, not trust.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on shipped, adopted code — a mature project, not a prototype or a rewrite.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core — install what your role needs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two ITK-SNAPs: one codebase, the face(s) each user needs.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29384"/>
            <a:ext cx="548640" cy="54864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75688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78308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 / HPC / CI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5740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783080"/>
            <a:ext cx="5788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headless library (no GUI)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1109167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04672" y="2889504"/>
            <a:ext cx="548640" cy="54864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03580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432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expert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017520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623560" y="2743200"/>
            <a:ext cx="5788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 (also agent-ready via MCP)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548640" y="3703320"/>
            <a:ext cx="1109167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04672" y="3849624"/>
            <a:ext cx="548640" cy="548640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995928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08760" y="370332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Notebook + occasional human</a:t>
            </a:r>
            <a:endParaRPr lang="en-US" sz="15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3977640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623560" y="3703320"/>
            <a:ext cx="5788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library + web viewer (browser — no extra install)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548640" y="4754880"/>
            <a:ext cx="11091672" cy="1005840"/>
          </a:xfrm>
          <a:prstGeom prst="roundRect">
            <a:avLst>
              <a:gd name="adj" fmla="val 636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5" name="Text 17"/>
          <p:cNvSpPr/>
          <p:nvPr/>
        </p:nvSpPr>
        <p:spPr>
          <a:xfrm>
            <a:off x="841248" y="48463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841248" y="5120640"/>
            <a:ext cx="10506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core makes human-in-the-loop callable &amp; scalable — not optional.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viewer = zero-install human surface  ·  MCP can be C++ or Python (not Python-locked)  ·  pip = the engine, not the GUI app.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routes — pick the ambition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17236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31750">
            <a:solidFill>
              <a:srgbClr val="1496A6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5317236" cy="77724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10512"/>
            <a:ext cx="3305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 · DOMAIN-SPECIFIC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066544"/>
            <a:ext cx="4677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$250K / 2 yr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651760"/>
            <a:ext cx="4677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Focused: ITK-SNAP as agentic, human-in-the-loop hub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310128"/>
            <a:ext cx="46314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— API + MCP + human-in-the-loop primitives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— model serving (itksnap-dls → DLE)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3 — remote data access (one backend)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4 — Slicer/DICOM-SEG interchange (FEBio stretch)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082796" y="1847088"/>
            <a:ext cx="1463040" cy="384048"/>
          </a:xfrm>
          <a:prstGeom prst="roundRect">
            <a:avLst>
              <a:gd name="adj" fmla="val 23810"/>
            </a:avLst>
          </a:prstGeom>
          <a:solidFill>
            <a:srgbClr val="E8924A"/>
          </a:solidFill>
          <a:ln/>
        </p:spPr>
      </p:sp>
      <p:sp>
        <p:nvSpPr>
          <p:cNvPr id="12" name="Text 10"/>
          <p:cNvSpPr/>
          <p:nvPr/>
        </p:nvSpPr>
        <p:spPr>
          <a:xfrm>
            <a:off x="4082796" y="18470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23076" y="1737360"/>
            <a:ext cx="5317236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3076" y="1737360"/>
            <a:ext cx="5317236" cy="77724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6643116" y="1810512"/>
            <a:ext cx="3305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2 · ECOSYSTEM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43116" y="2066544"/>
            <a:ext cx="4677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$1M / 2 yr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43116" y="2651760"/>
            <a:ext cx="4677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Ecosystem: ITK-SNAP + greedy + c3d + FireANTs + SegFlow4D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88836" y="3310128"/>
            <a:ext cx="46314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Track 1, fully built out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registration + 4D propagation as a pillar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interop: Slicer + FEBio/OpenSim + napari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domain-adaptation (stretch)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53212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256032" cy="2560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15568" y="553212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lead with a tight Track 1; Track 2 if we can staff ~4+ FTE-years across the ecosystem.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need from the PIs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5740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1284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196596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a track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72768" y="231343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(focused, $250K) vs. Track 2 (ecosystem, $1M).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23076" y="178308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9108" y="205740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556" y="221284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47204" y="196596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 PI &amp; maintainer alignment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347204" y="231343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fit + core-maintainer buy-in (required by the RFA).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10896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" y="338328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3872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72768" y="329184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org / fiscal sponsor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572768" y="363931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organization receives &amp; coordinates the grant.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323076" y="310896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79108" y="338328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556" y="353872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47204" y="329184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 partners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7347204" y="363931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informal interest from a Slicer / FEBio user strengthens the case.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48640" y="443484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04672" y="470916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6460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72768" y="461772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 evidence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1572768" y="496519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citation &amp; usage numbers for the impact case.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323076" y="443484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579108" y="470916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556" y="486460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347204" y="461772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Timeline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7347204" y="496519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due Jun 8 → invitations Jun 23 → full app Jul 21, 2026.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OS4LS 2026 — ITK-SNAP AI-Native Platform</dc:title>
  <dc:subject>PptxGenJS Presentation</dc:subject>
  <dc:creator>ITK-SNAP team</dc:creator>
  <cp:lastModifiedBy>ITK-SNAP team</cp:lastModifiedBy>
  <cp:revision>1</cp:revision>
  <dcterms:created xsi:type="dcterms:W3CDTF">2026-06-03T17:10:16Z</dcterms:created>
  <dcterms:modified xsi:type="dcterms:W3CDTF">2026-06-03T17:10:16Z</dcterms:modified>
</cp:coreProperties>
</file>